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Arial"/>
              </a:rPr>
              <a:t>BEANSTECH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Trustworthy AI for Regulated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3E7C3"/>
                </a:solidFill>
                <a:latin typeface="Arial"/>
              </a:rPr>
              <a:t>Legal · Health · Finance — sovereign, citation-grounded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NVIDIA Inception Program Application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In regulated sectors, wrong AI output is a legal 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377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Arial"/>
              </a:rPr>
              <a:t>Generic LLMs invent case law, diagnoses and rules — unusable where citations are mandatory.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474720" cy="2377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Data sovereignty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377440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Arial"/>
              </a:rPr>
              <a:t>Client data cannot flow through foreign clouds: LGPD, CFM 2.454, BACEN 3.978 constrain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3474720" cy="2377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Unreadable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377440"/>
            <a:ext cx="3017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B7B"/>
                </a:solidFill>
                <a:latin typeface="Arial"/>
              </a:rPr>
              <a:t>Brazilian court systems produce millions of PDFs with corrupted fonts that no AI can read.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Result: law firms, hospitals and financial institutions in Brazil cannot adopt mainstream AI — </a:t>
            </a:r>
          </a:p>
          <a:p>
            <a:pPr algn="l"/>
            <a:r>
              <a:rPr sz="1500" b="1">
                <a:solidFill>
                  <a:srgbClr val="0B1F3A"/>
                </a:solidFill>
                <a:latin typeface="Arial"/>
              </a:rPr>
              <a:t>the sectors that need trustworthy AI the most are the ones served the least.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One sovereign AI platform, three regulated verticals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3108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Legal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rial"/>
              </a:rPr>
              <a:t>RAG over 65M court decisions with citation-grounded answers and INPI-registered anti-hallucination protocol. Platforms: RAGJur, Advogando.AI, Minuta.Tech.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474720" cy="3108960"/>
          </a:xfrm>
          <a:prstGeom prst="roundRect">
            <a:avLst/>
          </a:prstGeom>
          <a:solidFill>
            <a:srgbClr val="F3E7C3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Health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37744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rial"/>
              </a:rPr>
              <a:t>7 CFM-compliant platforms (FHIR R4): clinical AI scribe, exam support, digital prescription — compliance for the Aug/2026 CFM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45920"/>
            <a:ext cx="3474720" cy="3108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82880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Arial"/>
              </a:rPr>
              <a:t>RegTech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37744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Arial"/>
              </a:rPr>
              <a:t>Production AML engine — 25 detection typologies (BACEN 3.978) serving banks and public institutions.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5D50"/>
                </a:solidFill>
                <a:latin typeface="Arial"/>
              </a:rPr>
              <a:t>Every answer cites its source. Every byte stays in Brazil. Zero telemetry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Production systems, institutional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Arial"/>
              </a:rPr>
              <a:t>65M+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court decisions indexed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645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Arial"/>
              </a:rPr>
              <a:t>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6060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tribunals covered daily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1645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Arial"/>
              </a:rPr>
              <a:t>15+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060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live platforms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645920"/>
            <a:ext cx="2560320" cy="1645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8288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Arial"/>
              </a:rPr>
              <a:t>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specialized AI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2 large clients in production </a:t>
            </a:r>
            <a:r>
              <a:rPr sz="1400">
                <a:solidFill>
                  <a:srgbClr val="1F2937"/>
                </a:solidFill>
                <a:latin typeface="Arial"/>
              </a:rPr>
              <a:t>— legal and financial institutions.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Hospital Albert Einstein </a:t>
            </a:r>
            <a:r>
              <a:rPr sz="1400">
                <a:solidFill>
                  <a:srgbClr val="1F2937"/>
                </a:solidFill>
                <a:latin typeface="Arial"/>
              </a:rPr>
              <a:t>— innovation team formally evaluating our architecture (their initiative).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Google for Startups 2025 · Anthropic Partner </a:t>
            </a:r>
            <a:r>
              <a:rPr sz="1400">
                <a:solidFill>
                  <a:srgbClr val="1F2937"/>
                </a:solidFill>
                <a:latin typeface="Arial"/>
              </a:rPr>
              <a:t>— ecosystem recognitions; Oracle Startup program application submitted.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Public-sector offer </a:t>
            </a:r>
            <a:r>
              <a:rPr sz="1400">
                <a:solidFill>
                  <a:srgbClr val="1F2937"/>
                </a:solidFill>
                <a:latin typeface="Arial"/>
              </a:rPr>
              <a:t>— technology-transfer proposal to Brazil's Federal Prosecution Office under formal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Why institutions trust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Citation-verified outputs — </a:t>
            </a:r>
            <a:r>
              <a:rPr sz="1400">
                <a:solidFill>
                  <a:srgbClr val="1F2937"/>
                </a:solidFill>
                <a:latin typeface="Arial"/>
              </a:rPr>
              <a:t>INPI-registered anti-hallucination protocol; every legal claim is checked against the source decision (0 false citations tolerated).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Data sovereignty — </a:t>
            </a:r>
            <a:r>
              <a:rPr sz="1400">
                <a:solidFill>
                  <a:srgbClr val="1F2937"/>
                </a:solidFill>
                <a:latin typeface="Arial"/>
              </a:rPr>
              <a:t>on-premise or Brazil-region inference, zero telemetry: no token, metric or document ever leaves the institution's network.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Compliance by design — </a:t>
            </a:r>
            <a:r>
              <a:rPr sz="1400">
                <a:solidFill>
                  <a:srgbClr val="1F2937"/>
                </a:solidFill>
                <a:latin typeface="Arial"/>
              </a:rPr>
              <a:t>CFM 2.454 (health), BACEN 3.978 (AML), LGPD mapped per vertical before feature one.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Ingestion that reads Brazil — </a:t>
            </a:r>
            <a:r>
              <a:rPr sz="1400">
                <a:solidFill>
                  <a:srgbClr val="1F2937"/>
                </a:solidFill>
                <a:latin typeface="Arial"/>
              </a:rPr>
              <a:t>OCR engine that decodes corrupted court PDFs (PJe/e-SAJ); a 158-page case file is digitized in seconds.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1F3A"/>
                </a:solidFill>
                <a:latin typeface="Arial"/>
              </a:rPr>
              <a:t>▸ Founder-market fit — </a:t>
            </a:r>
            <a:r>
              <a:rPr sz="1400">
                <a:solidFill>
                  <a:srgbClr val="1F2937"/>
                </a:solidFill>
                <a:latin typeface="Arial"/>
              </a:rPr>
              <a:t>lawyer (OAB) + Google Cloud Digital Leader building for the sectors he practiced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NVIDIA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Where CUDA runs our stack today — and tomorrow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42062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rial"/>
              </a:rPr>
              <a:t>TODAY (production)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Open-weight LLM inference (Qwen/GLM, quantized) on NVIDIA L4/A100 (GCP, Brazil region)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CUDA-accelerated embeddings + reranking over tens of millions of judgments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Multimodal pipelines (document/image) on GPU workers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4206240"/>
          </a:xfrm>
          <a:prstGeom prst="roundRect">
            <a:avLst/>
          </a:prstGeom>
          <a:solidFill>
            <a:srgbClr val="F3E7C3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rial"/>
              </a:rPr>
              <a:t>ROADMAP WITH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2860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TensorRT-LLM + vLLM: 2-4x latency/cost gains for legal drafting workloads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Triton Inference Server for multi-tenant institutional serving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On-prem GPU appliances (zero-telemetry deployments at courts, hospitals, banks)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937"/>
                </a:solidFill>
                <a:latin typeface="Arial"/>
              </a:rPr>
              <a:t>▸ Open-weight video generation (Wan) for institutional training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Brazil's regulated sectors, underserved by global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Legal — </a:t>
            </a:r>
            <a:r>
              <a:rPr sz="1500">
                <a:solidFill>
                  <a:srgbClr val="1F2937"/>
                </a:solidFill>
                <a:latin typeface="Arial"/>
              </a:rPr>
              <a:t>1.3M+ lawyers, 100M+ new case pages/year; citation duty makes generic LLMs legally unusable.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Health — </a:t>
            </a:r>
            <a:r>
              <a:rPr sz="1500">
                <a:solidFill>
                  <a:srgbClr val="1F2937"/>
                </a:solidFill>
                <a:latin typeface="Arial"/>
              </a:rPr>
              <a:t>CFM resolution 2.454 deadline (Aug/2026) forces every physician onto compliant tooling.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Finance — </a:t>
            </a:r>
            <a:r>
              <a:rPr sz="1500">
                <a:solidFill>
                  <a:srgbClr val="1F2937"/>
                </a:solidFill>
                <a:latin typeface="Arial"/>
              </a:rPr>
              <a:t>BACEN Circular 3.978 obliges AML typology coverage; mid-size institutions lack in-house AI.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 wedge — </a:t>
            </a:r>
            <a:r>
              <a:rPr sz="1500">
                <a:solidFill>
                  <a:srgbClr val="1F2937"/>
                </a:solidFill>
                <a:latin typeface="Arial"/>
              </a:rPr>
              <a:t>we index what others can't read (court PDFs) and verify what others invent (citations).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Regulated-domain depth + production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94960" cy="3840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rial"/>
              </a:rPr>
              <a:t>Matheus Feijão —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Lawyer (OAB/DF) — 13 years in federal justice system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Google Cloud Digital Leader · Google for Startups founder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Anthropic Partner · GLM/Qwen production deployments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M.Sc. candidate (Digital Law, IDP-SP)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384048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rial"/>
              </a:rP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5 people — 2 technical (engineering + security)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160 internal AI agents automating product development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F2937"/>
                </a:solidFill>
                <a:latin typeface="Arial"/>
              </a:rPr>
              <a:t>▸ GCP-based infra (Brazil region) with on-prem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  <a:latin typeface="Arial"/>
              </a:rPr>
              <a:t>ROADMAP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rial"/>
              </a:rPr>
              <a:t>What Inception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2026 H2 — </a:t>
            </a:r>
            <a:r>
              <a:rPr sz="1500">
                <a:solidFill>
                  <a:srgbClr val="1F2937"/>
                </a:solidFill>
                <a:latin typeface="Arial"/>
              </a:rPr>
              <a:t>on-premise inference GA (TensorRT-LLM); 3 institutional pilots (justice, health, finance).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B1F3A"/>
                </a:solidFill>
                <a:latin typeface="Arial"/>
              </a:rPr>
              <a:t>▸ 2027 — </a:t>
            </a:r>
            <a:r>
              <a:rPr sz="1500">
                <a:solidFill>
                  <a:srgbClr val="1F2937"/>
                </a:solidFill>
                <a:latin typeface="Arial"/>
              </a:rPr>
              <a:t>multi-tenant sovereign AI serving; marketplace compliance modules; 25+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31920"/>
            <a:ext cx="11064240" cy="21031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Arial"/>
              </a:rPr>
              <a:t>We ask Inception for: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GPU discounts and DGX Cloud access for on-prem appliance certification · TensorRT-LLM/Triton engineering support · DLI training for the technical team · co-marketing to Brazil's regulated institutions.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Let's make regulated AI trustworthy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3E7C3"/>
                </a:solidFill>
                <a:latin typeface="Arial"/>
              </a:rPr>
              <a:t>Beanstech — Beans Tech Inova Simples (I.S.) · São Paulo, Brazil</a:t>
            </a:r>
          </a:p>
          <a:p>
            <a:pPr algn="l"/>
            <a:r>
              <a:rPr sz="1400" b="0">
                <a:solidFill>
                  <a:srgbClr val="C9A227"/>
                </a:solidFill>
                <a:latin typeface="Arial"/>
              </a:rPr>
              <a:t>matheus@beanstech.com.br · beanstech.com.br · linkedin.com/in/mfeijao · (11) 96650-7100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Beanstech — NVIDIA Inception Pitch Deck</dc:title>
  <dc:subject/>
  <dc:creator>BeansTech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